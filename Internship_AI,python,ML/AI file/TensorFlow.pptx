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6" r:id="rId10"/>
    <p:sldId id="261" r:id="rId11"/>
    <p:sldId id="267" r:id="rId12"/>
    <p:sldId id="262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D2FB7-99E7-4322-9547-93E315C4D162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F47A1-2B3F-4AD2-8AFA-4464969D23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TensorFlow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Tensor Flow?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TensorFlow</a:t>
            </a:r>
            <a:r>
              <a:rPr lang="en-US" dirty="0"/>
              <a:t> is a popular framework of </a:t>
            </a:r>
            <a:r>
              <a:rPr lang="en-US" b="1" dirty="0"/>
              <a:t>machine learning</a:t>
            </a:r>
            <a:r>
              <a:rPr lang="en-US" dirty="0"/>
              <a:t> and </a:t>
            </a:r>
            <a:r>
              <a:rPr lang="en-US" b="1" dirty="0"/>
              <a:t>deep learning</a:t>
            </a:r>
            <a:r>
              <a:rPr lang="en-US" dirty="0"/>
              <a:t>. It is </a:t>
            </a:r>
            <a:r>
              <a:rPr lang="en-US" b="1" dirty="0"/>
              <a:t>a free</a:t>
            </a:r>
            <a:r>
              <a:rPr lang="en-US" dirty="0"/>
              <a:t> and </a:t>
            </a:r>
            <a:r>
              <a:rPr lang="en-US" b="1" dirty="0"/>
              <a:t>open-source</a:t>
            </a:r>
            <a:r>
              <a:rPr lang="en-US" dirty="0"/>
              <a:t> library which is released on </a:t>
            </a:r>
            <a:r>
              <a:rPr lang="en-US" b="1" dirty="0"/>
              <a:t>9 November 2015</a:t>
            </a:r>
            <a:r>
              <a:rPr lang="en-US" dirty="0"/>
              <a:t> and developed by </a:t>
            </a:r>
            <a:r>
              <a:rPr lang="en-US" b="1" dirty="0"/>
              <a:t>Google Brain Team</a:t>
            </a:r>
            <a:r>
              <a:rPr lang="en-US" dirty="0"/>
              <a:t>. It is entirely based on Python programming language and use for numerical computation and data flow, which makes machine learning faster and easier.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word </a:t>
            </a:r>
            <a:r>
              <a:rPr lang="en-US" b="1" dirty="0" err="1"/>
              <a:t>TensorFlow</a:t>
            </a:r>
            <a:r>
              <a:rPr lang="en-US" b="1" dirty="0"/>
              <a:t> is made by two words, i.e., Tensor and Flow</a:t>
            </a:r>
            <a:endParaRPr lang="en-US" dirty="0"/>
          </a:p>
          <a:p>
            <a:r>
              <a:rPr lang="en-US" b="1" dirty="0"/>
              <a:t>Tensor</a:t>
            </a:r>
            <a:r>
              <a:rPr lang="en-US" dirty="0"/>
              <a:t> is a multidimensional array</a:t>
            </a:r>
          </a:p>
          <a:p>
            <a:r>
              <a:rPr lang="en-US" b="1" dirty="0"/>
              <a:t>Flow</a:t>
            </a:r>
            <a:r>
              <a:rPr lang="en-US" dirty="0"/>
              <a:t> is used to define the flow of data in operation.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ensorFlow Introduction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457200"/>
            <a:ext cx="8494619" cy="55205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History of </a:t>
            </a:r>
            <a:r>
              <a:rPr lang="en-US" dirty="0" err="1" smtClean="0"/>
              <a:t>TensorFlow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Many </a:t>
            </a:r>
            <a:r>
              <a:rPr lang="en-US" dirty="0"/>
              <a:t>years ago, deep learning started to exceed all other machine learning algorithms when giving extensive data. Google has seen it could use these deep neural networks to upgrade its services:</a:t>
            </a:r>
          </a:p>
          <a:p>
            <a:r>
              <a:rPr lang="en-US" dirty="0"/>
              <a:t>Google search engine</a:t>
            </a:r>
          </a:p>
          <a:p>
            <a:r>
              <a:rPr lang="en-US" dirty="0"/>
              <a:t>Gmail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They build a framework called </a:t>
            </a:r>
            <a:r>
              <a:rPr lang="en-US" dirty="0" err="1"/>
              <a:t>TensorFlow</a:t>
            </a:r>
            <a:r>
              <a:rPr lang="en-US" dirty="0"/>
              <a:t> to permit researchers and developers to work together in an </a:t>
            </a:r>
            <a:r>
              <a:rPr lang="en-US" b="1" dirty="0"/>
              <a:t>AI</a:t>
            </a:r>
            <a:r>
              <a:rPr lang="en-US" dirty="0"/>
              <a:t> model. Once it approved and scaled, it allows lots of people to use it.</a:t>
            </a:r>
          </a:p>
          <a:p>
            <a:r>
              <a:rPr lang="en-US" dirty="0"/>
              <a:t>It was first released in 2015, while the first stable version was coming in </a:t>
            </a:r>
            <a:r>
              <a:rPr lang="en-US" b="1" dirty="0"/>
              <a:t>2017</a:t>
            </a:r>
            <a:r>
              <a:rPr lang="en-US" dirty="0"/>
              <a:t>. It is an open- source platform under Apache Open Source License. We can use it, modify it, and reorganize the revised version for free without paying anything to Google.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Cases/Applications of </a:t>
            </a:r>
            <a:r>
              <a:rPr lang="en-US" dirty="0" err="1"/>
              <a:t>TensorFlow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2290" name="Picture 2" descr="TensorFlow Introduction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457200"/>
            <a:ext cx="6481763" cy="5349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TensorFlow Introdu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73" y="-27214"/>
            <a:ext cx="9639300" cy="68852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 of 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dirty="0" err="1"/>
              <a:t>TensorFlow</a:t>
            </a:r>
            <a:r>
              <a:rPr lang="en-US" dirty="0"/>
              <a:t> has an interactive </a:t>
            </a:r>
            <a:r>
              <a:rPr lang="en-US" b="1" dirty="0"/>
              <a:t>multiplatform</a:t>
            </a:r>
            <a:r>
              <a:rPr lang="en-US" dirty="0"/>
              <a:t> programming interface which is scalable and reliable compared to other deep learning libraries which are available.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 descr="TensorFlow Introduc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0"/>
            <a:ext cx="7940605" cy="5095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Installation of </a:t>
            </a:r>
            <a:r>
              <a:rPr lang="en-US" dirty="0" err="1"/>
              <a:t>TensorFlow</a:t>
            </a:r>
            <a:r>
              <a:rPr lang="en-US" dirty="0"/>
              <a:t> Through pip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pip3 install -upgrade </a:t>
            </a:r>
            <a:r>
              <a:rPr lang="en-US" dirty="0" err="1"/>
              <a:t>tensorflow</a:t>
            </a:r>
            <a:r>
              <a:rPr lang="en-US" dirty="0"/>
              <a:t>  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Testing </a:t>
            </a:r>
            <a:r>
              <a:rPr lang="en-US" dirty="0"/>
              <a:t>our 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dirty="0"/>
              <a:t>Here, we try and prove whether our new </a:t>
            </a:r>
            <a:r>
              <a:rPr lang="en-US" dirty="0" err="1"/>
              <a:t>TensorFlow</a:t>
            </a:r>
            <a:r>
              <a:rPr lang="en-US" dirty="0"/>
              <a:t> works smoothly without any problems.</a:t>
            </a:r>
          </a:p>
          <a:p>
            <a:r>
              <a:rPr lang="en-US" dirty="0"/>
              <a:t>Below is an example that you can write to the test.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nstallation of TensorFlow Through pi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524000"/>
            <a:ext cx="6488081" cy="388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9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128</Words>
  <Application>Microsoft Office PowerPoint</Application>
  <PresentationFormat>On-screen Show (4:3)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TensorFlow</vt:lpstr>
      <vt:lpstr>What is Tensor Flow? </vt:lpstr>
      <vt:lpstr>PowerPoint Presentation</vt:lpstr>
      <vt:lpstr>PowerPoint Presentation</vt:lpstr>
      <vt:lpstr>History of TensorFlow </vt:lpstr>
      <vt:lpstr>Use Cases/Applications of TensorFlow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</dc:title>
  <dc:creator>vineet</dc:creator>
  <cp:lastModifiedBy>Microsoft account</cp:lastModifiedBy>
  <cp:revision>6</cp:revision>
  <dcterms:created xsi:type="dcterms:W3CDTF">2022-06-20T15:48:27Z</dcterms:created>
  <dcterms:modified xsi:type="dcterms:W3CDTF">2022-06-21T12:31:48Z</dcterms:modified>
</cp:coreProperties>
</file>